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notesMasterIdLst>
    <p:notesMasterId r:id="rId25"/>
  </p:notesMasterIdLst>
  <p:sldIdLst>
    <p:sldId id="256" r:id="rId2"/>
    <p:sldId id="257" r:id="rId3"/>
    <p:sldId id="258" r:id="rId4"/>
    <p:sldId id="262" r:id="rId5"/>
    <p:sldId id="259" r:id="rId6"/>
    <p:sldId id="261" r:id="rId7"/>
    <p:sldId id="275" r:id="rId8"/>
    <p:sldId id="263" r:id="rId9"/>
    <p:sldId id="269" r:id="rId10"/>
    <p:sldId id="271" r:id="rId11"/>
    <p:sldId id="272" r:id="rId12"/>
    <p:sldId id="278" r:id="rId13"/>
    <p:sldId id="268" r:id="rId14"/>
    <p:sldId id="270" r:id="rId15"/>
    <p:sldId id="273" r:id="rId16"/>
    <p:sldId id="274" r:id="rId17"/>
    <p:sldId id="277" r:id="rId18"/>
    <p:sldId id="276" r:id="rId19"/>
    <p:sldId id="260" r:id="rId20"/>
    <p:sldId id="264" r:id="rId21"/>
    <p:sldId id="265" r:id="rId22"/>
    <p:sldId id="266" r:id="rId23"/>
    <p:sldId id="26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12" y="-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Chapman" userId="c6648ea13a4819e1" providerId="LiveId" clId="{BF9EC2D8-1460-441A-9732-E6910D3CE5BB}"/>
    <pc:docChg chg="undo custSel addSld delSld modSld sldOrd modMainMaster">
      <pc:chgData name="Peter Chapman" userId="c6648ea13a4819e1" providerId="LiveId" clId="{BF9EC2D8-1460-441A-9732-E6910D3CE5BB}" dt="2025-12-10T14:39:02.116" v="19659" actId="255"/>
      <pc:docMkLst>
        <pc:docMk/>
      </pc:docMkLst>
      <pc:sldChg chg="addSp delSp modSp new mod setBg">
        <pc:chgData name="Peter Chapman" userId="c6648ea13a4819e1" providerId="LiveId" clId="{BF9EC2D8-1460-441A-9732-E6910D3CE5BB}" dt="2025-12-07T21:52:05.224" v="9575"/>
        <pc:sldMkLst>
          <pc:docMk/>
          <pc:sldMk cId="771429432" sldId="256"/>
        </pc:sldMkLst>
        <pc:spChg chg="mod">
          <ac:chgData name="Peter Chapman" userId="c6648ea13a4819e1" providerId="LiveId" clId="{BF9EC2D8-1460-441A-9732-E6910D3CE5BB}" dt="2025-12-07T21:51:00.716" v="9563" actId="26606"/>
          <ac:spMkLst>
            <pc:docMk/>
            <pc:sldMk cId="771429432" sldId="256"/>
            <ac:spMk id="2" creationId="{264BAD78-064A-859F-289C-00E6F3B88E58}"/>
          </ac:spMkLst>
        </pc:spChg>
        <pc:spChg chg="mod">
          <ac:chgData name="Peter Chapman" userId="c6648ea13a4819e1" providerId="LiveId" clId="{BF9EC2D8-1460-441A-9732-E6910D3CE5BB}" dt="2025-12-07T21:51:00.716" v="9563" actId="26606"/>
          <ac:spMkLst>
            <pc:docMk/>
            <pc:sldMk cId="771429432" sldId="256"/>
            <ac:spMk id="3" creationId="{441C1D2E-9D2B-2BCA-9723-0B5D7D57A453}"/>
          </ac:spMkLst>
        </pc:spChg>
      </pc:sldChg>
      <pc:sldChg chg="modSp new mod">
        <pc:chgData name="Peter Chapman" userId="c6648ea13a4819e1" providerId="LiveId" clId="{BF9EC2D8-1460-441A-9732-E6910D3CE5BB}" dt="2025-12-10T13:02:55.538" v="16504" actId="1076"/>
        <pc:sldMkLst>
          <pc:docMk/>
          <pc:sldMk cId="1099940761" sldId="257"/>
        </pc:sldMkLst>
        <pc:spChg chg="mod">
          <ac:chgData name="Peter Chapman" userId="c6648ea13a4819e1" providerId="LiveId" clId="{BF9EC2D8-1460-441A-9732-E6910D3CE5BB}" dt="2025-12-10T13:02:55.538" v="16504" actId="1076"/>
          <ac:spMkLst>
            <pc:docMk/>
            <pc:sldMk cId="1099940761" sldId="257"/>
            <ac:spMk id="2" creationId="{9BEE790C-FFE6-2AE1-0D2B-6C8C64139668}"/>
          </ac:spMkLst>
        </pc:spChg>
        <pc:spChg chg="mod">
          <ac:chgData name="Peter Chapman" userId="c6648ea13a4819e1" providerId="LiveId" clId="{BF9EC2D8-1460-441A-9732-E6910D3CE5BB}" dt="2025-12-10T12:21:59.860" v="16372" actId="20577"/>
          <ac:spMkLst>
            <pc:docMk/>
            <pc:sldMk cId="1099940761" sldId="257"/>
            <ac:spMk id="3" creationId="{7F53FC27-B167-96A4-92A4-3BC5C07F78A1}"/>
          </ac:spMkLst>
        </pc:spChg>
      </pc:sldChg>
      <pc:sldChg chg="modSp add mod">
        <pc:chgData name="Peter Chapman" userId="c6648ea13a4819e1" providerId="LiveId" clId="{BF9EC2D8-1460-441A-9732-E6910D3CE5BB}" dt="2025-12-10T13:03:07.973" v="16505" actId="1076"/>
        <pc:sldMkLst>
          <pc:docMk/>
          <pc:sldMk cId="285665765" sldId="258"/>
        </pc:sldMkLst>
        <pc:spChg chg="mod">
          <ac:chgData name="Peter Chapman" userId="c6648ea13a4819e1" providerId="LiveId" clId="{BF9EC2D8-1460-441A-9732-E6910D3CE5BB}" dt="2025-12-10T13:03:07.973" v="16505" actId="1076"/>
          <ac:spMkLst>
            <pc:docMk/>
            <pc:sldMk cId="285665765" sldId="258"/>
            <ac:spMk id="2" creationId="{F05D1A0E-F4A7-3D0C-E771-34A7E3189D28}"/>
          </ac:spMkLst>
        </pc:spChg>
        <pc:spChg chg="mod">
          <ac:chgData name="Peter Chapman" userId="c6648ea13a4819e1" providerId="LiveId" clId="{BF9EC2D8-1460-441A-9732-E6910D3CE5BB}" dt="2025-12-10T12:22:07.036" v="16376" actId="20577"/>
          <ac:spMkLst>
            <pc:docMk/>
            <pc:sldMk cId="285665765" sldId="258"/>
            <ac:spMk id="3" creationId="{096A0965-2183-4970-A0AA-EFD67C324D8D}"/>
          </ac:spMkLst>
        </pc:spChg>
      </pc:sldChg>
      <pc:sldChg chg="modSp new mod">
        <pc:chgData name="Peter Chapman" userId="c6648ea13a4819e1" providerId="LiveId" clId="{BF9EC2D8-1460-441A-9732-E6910D3CE5BB}" dt="2025-12-10T13:03:22.504" v="16506" actId="1076"/>
        <pc:sldMkLst>
          <pc:docMk/>
          <pc:sldMk cId="1389188615" sldId="259"/>
        </pc:sldMkLst>
        <pc:spChg chg="mod">
          <ac:chgData name="Peter Chapman" userId="c6648ea13a4819e1" providerId="LiveId" clId="{BF9EC2D8-1460-441A-9732-E6910D3CE5BB}" dt="2025-12-10T13:03:22.504" v="16506" actId="1076"/>
          <ac:spMkLst>
            <pc:docMk/>
            <pc:sldMk cId="1389188615" sldId="259"/>
            <ac:spMk id="2" creationId="{568FDD70-9744-B698-EA09-278AEBAE65A7}"/>
          </ac:spMkLst>
        </pc:spChg>
        <pc:spChg chg="mod">
          <ac:chgData name="Peter Chapman" userId="c6648ea13a4819e1" providerId="LiveId" clId="{BF9EC2D8-1460-441A-9732-E6910D3CE5BB}" dt="2025-12-10T11:48:39.544" v="16316" actId="14100"/>
          <ac:spMkLst>
            <pc:docMk/>
            <pc:sldMk cId="1389188615" sldId="259"/>
            <ac:spMk id="3" creationId="{4916BB03-7335-B69A-4F06-E3C072A28872}"/>
          </ac:spMkLst>
        </pc:spChg>
        <pc:spChg chg="mod">
          <ac:chgData name="Peter Chapman" userId="c6648ea13a4819e1" providerId="LiveId" clId="{BF9EC2D8-1460-441A-9732-E6910D3CE5BB}" dt="2025-12-10T11:48:50.579" v="16318" actId="255"/>
          <ac:spMkLst>
            <pc:docMk/>
            <pc:sldMk cId="1389188615" sldId="259"/>
            <ac:spMk id="4" creationId="{B1E2CF42-6A43-4D96-ABFF-75DA633193C8}"/>
          </ac:spMkLst>
        </pc:spChg>
      </pc:sldChg>
      <pc:sldChg chg="modSp add mod ord">
        <pc:chgData name="Peter Chapman" userId="c6648ea13a4819e1" providerId="LiveId" clId="{BF9EC2D8-1460-441A-9732-E6910D3CE5BB}" dt="2025-12-10T14:17:06.970" v="18609" actId="20577"/>
        <pc:sldMkLst>
          <pc:docMk/>
          <pc:sldMk cId="2121892762" sldId="260"/>
        </pc:sldMkLst>
        <pc:spChg chg="mod">
          <ac:chgData name="Peter Chapman" userId="c6648ea13a4819e1" providerId="LiveId" clId="{BF9EC2D8-1460-441A-9732-E6910D3CE5BB}" dt="2025-12-10T14:15:42.425" v="18582" actId="1076"/>
          <ac:spMkLst>
            <pc:docMk/>
            <pc:sldMk cId="2121892762" sldId="260"/>
            <ac:spMk id="2" creationId="{448A0EC1-C8DB-10AC-EB9B-E9645CF37BD5}"/>
          </ac:spMkLst>
        </pc:spChg>
        <pc:spChg chg="mod">
          <ac:chgData name="Peter Chapman" userId="c6648ea13a4819e1" providerId="LiveId" clId="{BF9EC2D8-1460-441A-9732-E6910D3CE5BB}" dt="2025-12-10T14:17:06.970" v="18609" actId="20577"/>
          <ac:spMkLst>
            <pc:docMk/>
            <pc:sldMk cId="2121892762" sldId="260"/>
            <ac:spMk id="3" creationId="{AB7CF5CC-8F1C-6F1C-494C-B88219173AD9}"/>
          </ac:spMkLst>
        </pc:spChg>
      </pc:sldChg>
      <pc:sldChg chg="modSp add mod ord">
        <pc:chgData name="Peter Chapman" userId="c6648ea13a4819e1" providerId="LiveId" clId="{BF9EC2D8-1460-441A-9732-E6910D3CE5BB}" dt="2025-12-10T13:05:06.690" v="16514" actId="1076"/>
        <pc:sldMkLst>
          <pc:docMk/>
          <pc:sldMk cId="3607894901" sldId="261"/>
        </pc:sldMkLst>
        <pc:spChg chg="mod">
          <ac:chgData name="Peter Chapman" userId="c6648ea13a4819e1" providerId="LiveId" clId="{BF9EC2D8-1460-441A-9732-E6910D3CE5BB}" dt="2025-12-10T13:05:06.690" v="16514" actId="1076"/>
          <ac:spMkLst>
            <pc:docMk/>
            <pc:sldMk cId="3607894901" sldId="261"/>
            <ac:spMk id="2" creationId="{3AF334EF-C2F7-1FED-04BA-D30FD749D912}"/>
          </ac:spMkLst>
        </pc:spChg>
        <pc:spChg chg="mod">
          <ac:chgData name="Peter Chapman" userId="c6648ea13a4819e1" providerId="LiveId" clId="{BF9EC2D8-1460-441A-9732-E6910D3CE5BB}" dt="2025-12-07T21:47:32.126" v="9546" actId="27636"/>
          <ac:spMkLst>
            <pc:docMk/>
            <pc:sldMk cId="3607894901" sldId="261"/>
            <ac:spMk id="3" creationId="{F30828D6-F667-003B-C8A6-C98BBA038D33}"/>
          </ac:spMkLst>
        </pc:spChg>
      </pc:sldChg>
      <pc:sldChg chg="delSp modSp new mod">
        <pc:chgData name="Peter Chapman" userId="c6648ea13a4819e1" providerId="LiveId" clId="{BF9EC2D8-1460-441A-9732-E6910D3CE5BB}" dt="2025-12-07T21:47:31.894" v="9543" actId="27636"/>
        <pc:sldMkLst>
          <pc:docMk/>
          <pc:sldMk cId="3339921348" sldId="262"/>
        </pc:sldMkLst>
        <pc:spChg chg="mod">
          <ac:chgData name="Peter Chapman" userId="c6648ea13a4819e1" providerId="LiveId" clId="{BF9EC2D8-1460-441A-9732-E6910D3CE5BB}" dt="2025-12-07T21:47:31.894" v="9543" actId="27636"/>
          <ac:spMkLst>
            <pc:docMk/>
            <pc:sldMk cId="3339921348" sldId="262"/>
            <ac:spMk id="2" creationId="{4EA1F234-EB3D-CF2E-37AE-B78868EED3E1}"/>
          </ac:spMkLst>
        </pc:spChg>
      </pc:sldChg>
      <pc:sldChg chg="modSp add mod ord">
        <pc:chgData name="Peter Chapman" userId="c6648ea13a4819e1" providerId="LiveId" clId="{BF9EC2D8-1460-441A-9732-E6910D3CE5BB}" dt="2025-12-07T21:47:32.126" v="9547" actId="27636"/>
        <pc:sldMkLst>
          <pc:docMk/>
          <pc:sldMk cId="2797484506" sldId="263"/>
        </pc:sldMkLst>
        <pc:spChg chg="mod">
          <ac:chgData name="Peter Chapman" userId="c6648ea13a4819e1" providerId="LiveId" clId="{BF9EC2D8-1460-441A-9732-E6910D3CE5BB}" dt="2025-12-07T21:47:32.126" v="9547" actId="27636"/>
          <ac:spMkLst>
            <pc:docMk/>
            <pc:sldMk cId="2797484506" sldId="263"/>
            <ac:spMk id="2" creationId="{55F33981-AACE-5301-0AF4-FA3DF73ABE54}"/>
          </ac:spMkLst>
        </pc:spChg>
      </pc:sldChg>
      <pc:sldChg chg="modSp add mod">
        <pc:chgData name="Peter Chapman" userId="c6648ea13a4819e1" providerId="LiveId" clId="{BF9EC2D8-1460-441A-9732-E6910D3CE5BB}" dt="2025-12-10T14:16:00.502" v="18583" actId="1076"/>
        <pc:sldMkLst>
          <pc:docMk/>
          <pc:sldMk cId="299617516" sldId="264"/>
        </pc:sldMkLst>
        <pc:spChg chg="mod">
          <ac:chgData name="Peter Chapman" userId="c6648ea13a4819e1" providerId="LiveId" clId="{BF9EC2D8-1460-441A-9732-E6910D3CE5BB}" dt="2025-12-10T14:16:00.502" v="18583" actId="1076"/>
          <ac:spMkLst>
            <pc:docMk/>
            <pc:sldMk cId="299617516" sldId="264"/>
            <ac:spMk id="2" creationId="{A89A5A9B-679C-1BC2-E1A9-76A86DBD90EC}"/>
          </ac:spMkLst>
        </pc:spChg>
        <pc:spChg chg="mod">
          <ac:chgData name="Peter Chapman" userId="c6648ea13a4819e1" providerId="LiveId" clId="{BF9EC2D8-1460-441A-9732-E6910D3CE5BB}" dt="2025-12-07T22:10:54.376" v="10818" actId="20577"/>
          <ac:spMkLst>
            <pc:docMk/>
            <pc:sldMk cId="299617516" sldId="264"/>
            <ac:spMk id="3" creationId="{05E936D2-7226-CB6E-AC8F-719A771CFDAE}"/>
          </ac:spMkLst>
        </pc:spChg>
      </pc:sldChg>
      <pc:sldChg chg="modSp add mod">
        <pc:chgData name="Peter Chapman" userId="c6648ea13a4819e1" providerId="LiveId" clId="{BF9EC2D8-1460-441A-9732-E6910D3CE5BB}" dt="2025-12-10T14:14:02.287" v="18578" actId="1076"/>
        <pc:sldMkLst>
          <pc:docMk/>
          <pc:sldMk cId="112822902" sldId="265"/>
        </pc:sldMkLst>
        <pc:spChg chg="mod">
          <ac:chgData name="Peter Chapman" userId="c6648ea13a4819e1" providerId="LiveId" clId="{BF9EC2D8-1460-441A-9732-E6910D3CE5BB}" dt="2025-12-10T14:14:02.287" v="18578" actId="1076"/>
          <ac:spMkLst>
            <pc:docMk/>
            <pc:sldMk cId="112822902" sldId="265"/>
            <ac:spMk id="2" creationId="{A3F01D30-F14A-720F-01AB-BD2B97FFED19}"/>
          </ac:spMkLst>
        </pc:spChg>
        <pc:spChg chg="mod">
          <ac:chgData name="Peter Chapman" userId="c6648ea13a4819e1" providerId="LiveId" clId="{BF9EC2D8-1460-441A-9732-E6910D3CE5BB}" dt="2025-12-07T21:50:46.958" v="9561"/>
          <ac:spMkLst>
            <pc:docMk/>
            <pc:sldMk cId="112822902" sldId="265"/>
            <ac:spMk id="3" creationId="{007A9E29-507B-6B7E-82C0-A1ADF273276E}"/>
          </ac:spMkLst>
        </pc:spChg>
      </pc:sldChg>
      <pc:sldChg chg="addSp delSp modSp add mod">
        <pc:chgData name="Peter Chapman" userId="c6648ea13a4819e1" providerId="LiveId" clId="{BF9EC2D8-1460-441A-9732-E6910D3CE5BB}" dt="2025-12-10T14:30:01.849" v="18848" actId="27636"/>
        <pc:sldMkLst>
          <pc:docMk/>
          <pc:sldMk cId="2211467856" sldId="266"/>
        </pc:sldMkLst>
        <pc:spChg chg="mod">
          <ac:chgData name="Peter Chapman" userId="c6648ea13a4819e1" providerId="LiveId" clId="{BF9EC2D8-1460-441A-9732-E6910D3CE5BB}" dt="2025-12-10T14:13:47.450" v="18577" actId="1076"/>
          <ac:spMkLst>
            <pc:docMk/>
            <pc:sldMk cId="2211467856" sldId="266"/>
            <ac:spMk id="2" creationId="{301934F7-137A-C7BF-108C-1CC22949E5E4}"/>
          </ac:spMkLst>
        </pc:spChg>
        <pc:spChg chg="add del mod">
          <ac:chgData name="Peter Chapman" userId="c6648ea13a4819e1" providerId="LiveId" clId="{BF9EC2D8-1460-441A-9732-E6910D3CE5BB}" dt="2025-12-10T14:30:01.849" v="18848" actId="27636"/>
          <ac:spMkLst>
            <pc:docMk/>
            <pc:sldMk cId="2211467856" sldId="266"/>
            <ac:spMk id="3" creationId="{8E893354-3B46-DA5A-F54E-7A4E3FFC9C2C}"/>
          </ac:spMkLst>
        </pc:spChg>
        <pc:spChg chg="add">
          <ac:chgData name="Peter Chapman" userId="c6648ea13a4819e1" providerId="LiveId" clId="{BF9EC2D8-1460-441A-9732-E6910D3CE5BB}" dt="2025-12-10T14:26:41.149" v="18780"/>
          <ac:spMkLst>
            <pc:docMk/>
            <pc:sldMk cId="2211467856" sldId="266"/>
            <ac:spMk id="4" creationId="{3E47DD8C-9906-EE1E-6331-20465496DFA7}"/>
          </ac:spMkLst>
        </pc:spChg>
        <pc:spChg chg="add mod">
          <ac:chgData name="Peter Chapman" userId="c6648ea13a4819e1" providerId="LiveId" clId="{BF9EC2D8-1460-441A-9732-E6910D3CE5BB}" dt="2025-12-10T14:26:48.096" v="18783"/>
          <ac:spMkLst>
            <pc:docMk/>
            <pc:sldMk cId="2211467856" sldId="266"/>
            <ac:spMk id="5" creationId="{B05D50D1-C1D8-27B8-A2AD-92DC3376DE8D}"/>
          </ac:spMkLst>
        </pc:spChg>
      </pc:sldChg>
      <pc:sldChg chg="modSp add mod">
        <pc:chgData name="Peter Chapman" userId="c6648ea13a4819e1" providerId="LiveId" clId="{BF9EC2D8-1460-441A-9732-E6910D3CE5BB}" dt="2025-12-10T13:02:40.347" v="16503" actId="1076"/>
        <pc:sldMkLst>
          <pc:docMk/>
          <pc:sldMk cId="3492827350" sldId="267"/>
        </pc:sldMkLst>
        <pc:spChg chg="mod">
          <ac:chgData name="Peter Chapman" userId="c6648ea13a4819e1" providerId="LiveId" clId="{BF9EC2D8-1460-441A-9732-E6910D3CE5BB}" dt="2025-12-10T13:02:40.347" v="16503" actId="1076"/>
          <ac:spMkLst>
            <pc:docMk/>
            <pc:sldMk cId="3492827350" sldId="267"/>
            <ac:spMk id="2" creationId="{D8A8D775-33FD-4706-E645-164215D3D4F4}"/>
          </ac:spMkLst>
        </pc:spChg>
        <pc:spChg chg="mod">
          <ac:chgData name="Peter Chapman" userId="c6648ea13a4819e1" providerId="LiveId" clId="{BF9EC2D8-1460-441A-9732-E6910D3CE5BB}" dt="2025-12-10T13:02:30.473" v="16502" actId="5793"/>
          <ac:spMkLst>
            <pc:docMk/>
            <pc:sldMk cId="3492827350" sldId="267"/>
            <ac:spMk id="3" creationId="{1DEF1458-3DDD-488A-6844-E80CBDF71428}"/>
          </ac:spMkLst>
        </pc:spChg>
      </pc:sldChg>
      <pc:sldChg chg="modSp add mod">
        <pc:chgData name="Peter Chapman" userId="c6648ea13a4819e1" providerId="LiveId" clId="{BF9EC2D8-1460-441A-9732-E6910D3CE5BB}" dt="2025-12-07T21:47:33.296" v="9550" actId="27636"/>
        <pc:sldMkLst>
          <pc:docMk/>
          <pc:sldMk cId="3750797466" sldId="268"/>
        </pc:sldMkLst>
        <pc:spChg chg="mod">
          <ac:chgData name="Peter Chapman" userId="c6648ea13a4819e1" providerId="LiveId" clId="{BF9EC2D8-1460-441A-9732-E6910D3CE5BB}" dt="2025-12-07T21:47:33.296" v="9550" actId="27636"/>
          <ac:spMkLst>
            <pc:docMk/>
            <pc:sldMk cId="3750797466" sldId="268"/>
            <ac:spMk id="2" creationId="{9B08AD2F-EE6E-3A0D-110E-7E18A905ABD1}"/>
          </ac:spMkLst>
        </pc:spChg>
      </pc:sldChg>
      <pc:sldChg chg="modSp add mod ord">
        <pc:chgData name="Peter Chapman" userId="c6648ea13a4819e1" providerId="LiveId" clId="{BF9EC2D8-1460-441A-9732-E6910D3CE5BB}" dt="2025-12-10T13:05:20.287" v="16515" actId="14100"/>
        <pc:sldMkLst>
          <pc:docMk/>
          <pc:sldMk cId="3416759940" sldId="269"/>
        </pc:sldMkLst>
        <pc:spChg chg="mod">
          <ac:chgData name="Peter Chapman" userId="c6648ea13a4819e1" providerId="LiveId" clId="{BF9EC2D8-1460-441A-9732-E6910D3CE5BB}" dt="2025-12-10T13:05:20.287" v="16515" actId="14100"/>
          <ac:spMkLst>
            <pc:docMk/>
            <pc:sldMk cId="3416759940" sldId="269"/>
            <ac:spMk id="2" creationId="{FB21DFA4-178D-7C28-4D61-CB833BBCD6DF}"/>
          </ac:spMkLst>
        </pc:spChg>
        <pc:spChg chg="mod">
          <ac:chgData name="Peter Chapman" userId="c6648ea13a4819e1" providerId="LiveId" clId="{BF9EC2D8-1460-441A-9732-E6910D3CE5BB}" dt="2025-12-07T21:47:32.336" v="9548" actId="27636"/>
          <ac:spMkLst>
            <pc:docMk/>
            <pc:sldMk cId="3416759940" sldId="269"/>
            <ac:spMk id="3" creationId="{9374E105-5193-99E7-D1F4-EBABE072E372}"/>
          </ac:spMkLst>
        </pc:spChg>
      </pc:sldChg>
      <pc:sldChg chg="addSp modSp add mod ord setBg">
        <pc:chgData name="Peter Chapman" userId="c6648ea13a4819e1" providerId="LiveId" clId="{BF9EC2D8-1460-441A-9732-E6910D3CE5BB}" dt="2025-12-10T13:06:38.737" v="16521" actId="1076"/>
        <pc:sldMkLst>
          <pc:docMk/>
          <pc:sldMk cId="4131690021" sldId="270"/>
        </pc:sldMkLst>
        <pc:spChg chg="mod">
          <ac:chgData name="Peter Chapman" userId="c6648ea13a4819e1" providerId="LiveId" clId="{BF9EC2D8-1460-441A-9732-E6910D3CE5BB}" dt="2025-12-10T13:06:38.737" v="16521" actId="1076"/>
          <ac:spMkLst>
            <pc:docMk/>
            <pc:sldMk cId="4131690021" sldId="270"/>
            <ac:spMk id="2" creationId="{3700BE69-9613-7285-DB8F-B902CDEC6F43}"/>
          </ac:spMkLst>
        </pc:spChg>
        <pc:spChg chg="mod">
          <ac:chgData name="Peter Chapman" userId="c6648ea13a4819e1" providerId="LiveId" clId="{BF9EC2D8-1460-441A-9732-E6910D3CE5BB}" dt="2025-12-10T10:50:19.232" v="14409" actId="27636"/>
          <ac:spMkLst>
            <pc:docMk/>
            <pc:sldMk cId="4131690021" sldId="270"/>
            <ac:spMk id="3" creationId="{8F2C31CE-4825-A08C-23A4-D464777B1FA2}"/>
          </ac:spMkLst>
        </pc:spChg>
        <pc:graphicFrameChg chg="add mod modGraphic">
          <ac:chgData name="Peter Chapman" userId="c6648ea13a4819e1" providerId="LiveId" clId="{BF9EC2D8-1460-441A-9732-E6910D3CE5BB}" dt="2025-12-10T11:02:43.513" v="14434" actId="113"/>
          <ac:graphicFrameMkLst>
            <pc:docMk/>
            <pc:sldMk cId="4131690021" sldId="270"/>
            <ac:graphicFrameMk id="4" creationId="{44204EC6-1C65-41D3-0DB7-B1A91C2E692C}"/>
          </ac:graphicFrameMkLst>
        </pc:graphicFrameChg>
      </pc:sldChg>
      <pc:sldChg chg="modSp add mod">
        <pc:chgData name="Peter Chapman" userId="c6648ea13a4819e1" providerId="LiveId" clId="{BF9EC2D8-1460-441A-9732-E6910D3CE5BB}" dt="2025-12-10T13:05:47.365" v="16518" actId="1076"/>
        <pc:sldMkLst>
          <pc:docMk/>
          <pc:sldMk cId="4266377255" sldId="271"/>
        </pc:sldMkLst>
        <pc:spChg chg="mod">
          <ac:chgData name="Peter Chapman" userId="c6648ea13a4819e1" providerId="LiveId" clId="{BF9EC2D8-1460-441A-9732-E6910D3CE5BB}" dt="2025-12-10T13:05:47.365" v="16518" actId="1076"/>
          <ac:spMkLst>
            <pc:docMk/>
            <pc:sldMk cId="4266377255" sldId="271"/>
            <ac:spMk id="2" creationId="{02F71EA2-CC58-7EAA-7E0E-A55EB7551BB5}"/>
          </ac:spMkLst>
        </pc:spChg>
        <pc:spChg chg="mod">
          <ac:chgData name="Peter Chapman" userId="c6648ea13a4819e1" providerId="LiveId" clId="{BF9EC2D8-1460-441A-9732-E6910D3CE5BB}" dt="2025-12-08T18:13:35.560" v="11970" actId="313"/>
          <ac:spMkLst>
            <pc:docMk/>
            <pc:sldMk cId="4266377255" sldId="271"/>
            <ac:spMk id="3" creationId="{1FE0B295-B427-3538-ADAB-1FD5D579AE9C}"/>
          </ac:spMkLst>
        </pc:spChg>
      </pc:sldChg>
      <pc:sldChg chg="modSp add mod">
        <pc:chgData name="Peter Chapman" userId="c6648ea13a4819e1" providerId="LiveId" clId="{BF9EC2D8-1460-441A-9732-E6910D3CE5BB}" dt="2025-12-10T13:06:27.551" v="16520" actId="1076"/>
        <pc:sldMkLst>
          <pc:docMk/>
          <pc:sldMk cId="3887811393" sldId="272"/>
        </pc:sldMkLst>
        <pc:spChg chg="mod">
          <ac:chgData name="Peter Chapman" userId="c6648ea13a4819e1" providerId="LiveId" clId="{BF9EC2D8-1460-441A-9732-E6910D3CE5BB}" dt="2025-12-10T13:06:27.551" v="16520" actId="1076"/>
          <ac:spMkLst>
            <pc:docMk/>
            <pc:sldMk cId="3887811393" sldId="272"/>
            <ac:spMk id="2" creationId="{515D0388-91BD-299F-CF93-41E03EF6D50E}"/>
          </ac:spMkLst>
        </pc:spChg>
        <pc:spChg chg="mod">
          <ac:chgData name="Peter Chapman" userId="c6648ea13a4819e1" providerId="LiveId" clId="{BF9EC2D8-1460-441A-9732-E6910D3CE5BB}" dt="2025-12-08T18:13:24.826" v="11967" actId="313"/>
          <ac:spMkLst>
            <pc:docMk/>
            <pc:sldMk cId="3887811393" sldId="272"/>
            <ac:spMk id="3" creationId="{5DE2C441-8ABF-558E-0DB2-AFFACD89BCF9}"/>
          </ac:spMkLst>
        </pc:spChg>
      </pc:sldChg>
      <pc:sldChg chg="addSp modSp add mod">
        <pc:chgData name="Peter Chapman" userId="c6648ea13a4819e1" providerId="LiveId" clId="{BF9EC2D8-1460-441A-9732-E6910D3CE5BB}" dt="2025-12-10T13:06:58.695" v="16523" actId="1076"/>
        <pc:sldMkLst>
          <pc:docMk/>
          <pc:sldMk cId="3698888844" sldId="273"/>
        </pc:sldMkLst>
        <pc:spChg chg="mod">
          <ac:chgData name="Peter Chapman" userId="c6648ea13a4819e1" providerId="LiveId" clId="{BF9EC2D8-1460-441A-9732-E6910D3CE5BB}" dt="2025-12-10T13:06:58.695" v="16523" actId="1076"/>
          <ac:spMkLst>
            <pc:docMk/>
            <pc:sldMk cId="3698888844" sldId="273"/>
            <ac:spMk id="2" creationId="{5DA6135A-9D15-4867-0E04-025800F91748}"/>
          </ac:spMkLst>
        </pc:spChg>
        <pc:spChg chg="mod">
          <ac:chgData name="Peter Chapman" userId="c6648ea13a4819e1" providerId="LiveId" clId="{BF9EC2D8-1460-441A-9732-E6910D3CE5BB}" dt="2025-12-10T11:02:06.353" v="14432" actId="14100"/>
          <ac:spMkLst>
            <pc:docMk/>
            <pc:sldMk cId="3698888844" sldId="273"/>
            <ac:spMk id="3" creationId="{488D825B-A4C0-B832-4F2C-B0FAF1EEA633}"/>
          </ac:spMkLst>
        </pc:spChg>
        <pc:graphicFrameChg chg="add mod modGraphic">
          <ac:chgData name="Peter Chapman" userId="c6648ea13a4819e1" providerId="LiveId" clId="{BF9EC2D8-1460-441A-9732-E6910D3CE5BB}" dt="2025-12-10T11:02:56.313" v="14435" actId="113"/>
          <ac:graphicFrameMkLst>
            <pc:docMk/>
            <pc:sldMk cId="3698888844" sldId="273"/>
            <ac:graphicFrameMk id="4" creationId="{C34037B9-16E4-4230-D837-E3EE0671ED98}"/>
          </ac:graphicFrameMkLst>
        </pc:graphicFrameChg>
      </pc:sldChg>
      <pc:sldChg chg="addSp modSp add mod">
        <pc:chgData name="Peter Chapman" userId="c6648ea13a4819e1" providerId="LiveId" clId="{BF9EC2D8-1460-441A-9732-E6910D3CE5BB}" dt="2025-12-10T14:15:22.837" v="18581" actId="1076"/>
        <pc:sldMkLst>
          <pc:docMk/>
          <pc:sldMk cId="3305196222" sldId="274"/>
        </pc:sldMkLst>
        <pc:spChg chg="mod">
          <ac:chgData name="Peter Chapman" userId="c6648ea13a4819e1" providerId="LiveId" clId="{BF9EC2D8-1460-441A-9732-E6910D3CE5BB}" dt="2025-12-10T14:15:22.837" v="18581" actId="1076"/>
          <ac:spMkLst>
            <pc:docMk/>
            <pc:sldMk cId="3305196222" sldId="274"/>
            <ac:spMk id="2" creationId="{073DF934-C23E-787E-DE56-4D37D5255D6A}"/>
          </ac:spMkLst>
        </pc:spChg>
        <pc:spChg chg="mod">
          <ac:chgData name="Peter Chapman" userId="c6648ea13a4819e1" providerId="LiveId" clId="{BF9EC2D8-1460-441A-9732-E6910D3CE5BB}" dt="2025-12-08T18:49:24.282" v="12602" actId="14100"/>
          <ac:spMkLst>
            <pc:docMk/>
            <pc:sldMk cId="3305196222" sldId="274"/>
            <ac:spMk id="3" creationId="{59CBD70E-BBC5-EDEB-22FC-5D91E74DD68C}"/>
          </ac:spMkLst>
        </pc:spChg>
        <pc:spChg chg="add mod">
          <ac:chgData name="Peter Chapman" userId="c6648ea13a4819e1" providerId="LiveId" clId="{BF9EC2D8-1460-441A-9732-E6910D3CE5BB}" dt="2025-12-08T18:56:59.476" v="13015" actId="255"/>
          <ac:spMkLst>
            <pc:docMk/>
            <pc:sldMk cId="3305196222" sldId="274"/>
            <ac:spMk id="4" creationId="{00F1B7FF-1208-6D13-513D-B5564CFB5D4B}"/>
          </ac:spMkLst>
        </pc:spChg>
        <pc:graphicFrameChg chg="add mod modGraphic">
          <ac:chgData name="Peter Chapman" userId="c6648ea13a4819e1" providerId="LiveId" clId="{BF9EC2D8-1460-441A-9732-E6910D3CE5BB}" dt="2025-12-10T11:03:00.999" v="14436" actId="113"/>
          <ac:graphicFrameMkLst>
            <pc:docMk/>
            <pc:sldMk cId="3305196222" sldId="274"/>
            <ac:graphicFrameMk id="5" creationId="{AB7F4373-B74D-8D7E-D019-949527985372}"/>
          </ac:graphicFrameMkLst>
        </pc:graphicFrameChg>
      </pc:sldChg>
      <pc:sldChg chg="modSp add mod">
        <pc:chgData name="Peter Chapman" userId="c6648ea13a4819e1" providerId="LiveId" clId="{BF9EC2D8-1460-441A-9732-E6910D3CE5BB}" dt="2025-12-10T14:25:03.808" v="18779" actId="20577"/>
        <pc:sldMkLst>
          <pc:docMk/>
          <pc:sldMk cId="1289018861" sldId="275"/>
        </pc:sldMkLst>
        <pc:spChg chg="mod">
          <ac:chgData name="Peter Chapman" userId="c6648ea13a4819e1" providerId="LiveId" clId="{BF9EC2D8-1460-441A-9732-E6910D3CE5BB}" dt="2025-12-10T14:14:24.316" v="18579" actId="1076"/>
          <ac:spMkLst>
            <pc:docMk/>
            <pc:sldMk cId="1289018861" sldId="275"/>
            <ac:spMk id="2" creationId="{F72D9CB0-1641-04D9-05ED-24788C306DF5}"/>
          </ac:spMkLst>
        </pc:spChg>
        <pc:spChg chg="mod">
          <ac:chgData name="Peter Chapman" userId="c6648ea13a4819e1" providerId="LiveId" clId="{BF9EC2D8-1460-441A-9732-E6910D3CE5BB}" dt="2025-12-10T14:25:03.808" v="18779" actId="20577"/>
          <ac:spMkLst>
            <pc:docMk/>
            <pc:sldMk cId="1289018861" sldId="275"/>
            <ac:spMk id="3" creationId="{68F028BE-9C28-9CAF-8037-BEDEF56BC426}"/>
          </ac:spMkLst>
        </pc:spChg>
      </pc:sldChg>
      <pc:sldChg chg="addSp modSp add mod ord">
        <pc:chgData name="Peter Chapman" userId="c6648ea13a4819e1" providerId="LiveId" clId="{BF9EC2D8-1460-441A-9732-E6910D3CE5BB}" dt="2025-12-10T14:39:02.116" v="19659" actId="255"/>
        <pc:sldMkLst>
          <pc:docMk/>
          <pc:sldMk cId="691270410" sldId="276"/>
        </pc:sldMkLst>
        <pc:spChg chg="mod">
          <ac:chgData name="Peter Chapman" userId="c6648ea13a4819e1" providerId="LiveId" clId="{BF9EC2D8-1460-441A-9732-E6910D3CE5BB}" dt="2025-12-10T11:48:08.805" v="16296" actId="20577"/>
          <ac:spMkLst>
            <pc:docMk/>
            <pc:sldMk cId="691270410" sldId="276"/>
            <ac:spMk id="2" creationId="{D01C8512-89C8-E2EE-9A3A-0B43FE7ED74F}"/>
          </ac:spMkLst>
        </pc:spChg>
        <pc:spChg chg="mod">
          <ac:chgData name="Peter Chapman" userId="c6648ea13a4819e1" providerId="LiveId" clId="{BF9EC2D8-1460-441A-9732-E6910D3CE5BB}" dt="2025-12-10T14:38:23.600" v="19642" actId="255"/>
          <ac:spMkLst>
            <pc:docMk/>
            <pc:sldMk cId="691270410" sldId="276"/>
            <ac:spMk id="3" creationId="{3478CDF2-037C-A290-8570-8491317698E3}"/>
          </ac:spMkLst>
        </pc:spChg>
        <pc:spChg chg="mod">
          <ac:chgData name="Peter Chapman" userId="c6648ea13a4819e1" providerId="LiveId" clId="{BF9EC2D8-1460-441A-9732-E6910D3CE5BB}" dt="2025-12-10T14:37:49.051" v="19633" actId="27636"/>
          <ac:spMkLst>
            <pc:docMk/>
            <pc:sldMk cId="691270410" sldId="276"/>
            <ac:spMk id="4" creationId="{4BC46DE8-6C2B-D017-3E16-7A80A47864D7}"/>
          </ac:spMkLst>
        </pc:spChg>
        <pc:spChg chg="add mod">
          <ac:chgData name="Peter Chapman" userId="c6648ea13a4819e1" providerId="LiveId" clId="{BF9EC2D8-1460-441A-9732-E6910D3CE5BB}" dt="2025-12-10T14:39:02.116" v="19659" actId="255"/>
          <ac:spMkLst>
            <pc:docMk/>
            <pc:sldMk cId="691270410" sldId="276"/>
            <ac:spMk id="5" creationId="{2FD881DF-FF70-B97B-EE7D-24E869473572}"/>
          </ac:spMkLst>
        </pc:spChg>
      </pc:sldChg>
      <pc:sldChg chg="addSp delSp modSp new mod setBg">
        <pc:chgData name="Peter Chapman" userId="c6648ea13a4819e1" providerId="LiveId" clId="{BF9EC2D8-1460-441A-9732-E6910D3CE5BB}" dt="2025-12-10T14:02:44.276" v="17787" actId="1076"/>
        <pc:sldMkLst>
          <pc:docMk/>
          <pc:sldMk cId="4014688894" sldId="277"/>
        </pc:sldMkLst>
        <pc:spChg chg="del mod">
          <ac:chgData name="Peter Chapman" userId="c6648ea13a4819e1" providerId="LiveId" clId="{BF9EC2D8-1460-441A-9732-E6910D3CE5BB}" dt="2025-12-10T13:50:20.912" v="17619" actId="478"/>
          <ac:spMkLst>
            <pc:docMk/>
            <pc:sldMk cId="4014688894" sldId="277"/>
            <ac:spMk id="2" creationId="{E4D1A49F-30DF-BD39-09EE-A18EF534E49F}"/>
          </ac:spMkLst>
        </pc:spChg>
        <pc:spChg chg="del">
          <ac:chgData name="Peter Chapman" userId="c6648ea13a4819e1" providerId="LiveId" clId="{BF9EC2D8-1460-441A-9732-E6910D3CE5BB}" dt="2025-12-10T12:57:17.315" v="16447" actId="22"/>
          <ac:spMkLst>
            <pc:docMk/>
            <pc:sldMk cId="4014688894" sldId="277"/>
            <ac:spMk id="3" creationId="{7808DD42-07C0-510F-9172-EA5DE06FF10A}"/>
          </ac:spMkLst>
        </pc:spChg>
        <pc:spChg chg="add del mod">
          <ac:chgData name="Peter Chapman" userId="c6648ea13a4819e1" providerId="LiveId" clId="{BF9EC2D8-1460-441A-9732-E6910D3CE5BB}" dt="2025-12-10T13:52:26.244" v="17623" actId="22"/>
          <ac:spMkLst>
            <pc:docMk/>
            <pc:sldMk cId="4014688894" sldId="277"/>
            <ac:spMk id="9" creationId="{D7E48310-7793-DFA2-3ABA-3B909BB76A3E}"/>
          </ac:spMkLst>
        </pc:spChg>
        <pc:spChg chg="add del">
          <ac:chgData name="Peter Chapman" userId="c6648ea13a4819e1" providerId="LiveId" clId="{BF9EC2D8-1460-441A-9732-E6910D3CE5BB}" dt="2025-12-10T14:01:49.570" v="17778" actId="26606"/>
          <ac:spMkLst>
            <pc:docMk/>
            <pc:sldMk cId="4014688894" sldId="277"/>
            <ac:spMk id="12" creationId="{489AE6DA-A080-475C-BE02-EF343FBA6E55}"/>
          </ac:spMkLst>
        </pc:spChg>
        <pc:spChg chg="add del mod">
          <ac:chgData name="Peter Chapman" userId="c6648ea13a4819e1" providerId="LiveId" clId="{BF9EC2D8-1460-441A-9732-E6910D3CE5BB}" dt="2025-12-10T14:01:46.753" v="17777" actId="478"/>
          <ac:spMkLst>
            <pc:docMk/>
            <pc:sldMk cId="4014688894" sldId="277"/>
            <ac:spMk id="13" creationId="{C2F1AF21-24BF-C550-9BD0-825E0294ED76}"/>
          </ac:spMkLst>
        </pc:spChg>
        <pc:spChg chg="add del">
          <ac:chgData name="Peter Chapman" userId="c6648ea13a4819e1" providerId="LiveId" clId="{BF9EC2D8-1460-441A-9732-E6910D3CE5BB}" dt="2025-12-10T14:01:49.570" v="17778" actId="26606"/>
          <ac:spMkLst>
            <pc:docMk/>
            <pc:sldMk cId="4014688894" sldId="277"/>
            <ac:spMk id="14" creationId="{AB33EF95-E91B-40C4-A692-E9106529168C}"/>
          </ac:spMkLst>
        </pc:spChg>
        <pc:spChg chg="add del">
          <ac:chgData name="Peter Chapman" userId="c6648ea13a4819e1" providerId="LiveId" clId="{BF9EC2D8-1460-441A-9732-E6910D3CE5BB}" dt="2025-12-10T14:01:49.570" v="17778" actId="26606"/>
          <ac:spMkLst>
            <pc:docMk/>
            <pc:sldMk cId="4014688894" sldId="277"/>
            <ac:spMk id="16" creationId="{953CAC5D-D424-4EE2-A0C2-72ED7A88AA4B}"/>
          </ac:spMkLst>
        </pc:spChg>
        <pc:spChg chg="add">
          <ac:chgData name="Peter Chapman" userId="c6648ea13a4819e1" providerId="LiveId" clId="{BF9EC2D8-1460-441A-9732-E6910D3CE5BB}" dt="2025-12-10T14:01:49.570" v="17778" actId="26606"/>
          <ac:spMkLst>
            <pc:docMk/>
            <pc:sldMk cId="4014688894" sldId="277"/>
            <ac:spMk id="21" creationId="{489AE6DA-A080-475C-BE02-EF343FBA6E55}"/>
          </ac:spMkLst>
        </pc:spChg>
        <pc:spChg chg="add">
          <ac:chgData name="Peter Chapman" userId="c6648ea13a4819e1" providerId="LiveId" clId="{BF9EC2D8-1460-441A-9732-E6910D3CE5BB}" dt="2025-12-10T14:01:49.570" v="17778" actId="26606"/>
          <ac:spMkLst>
            <pc:docMk/>
            <pc:sldMk cId="4014688894" sldId="277"/>
            <ac:spMk id="23" creationId="{AB33EF95-E91B-40C4-A692-E9106529168C}"/>
          </ac:spMkLst>
        </pc:spChg>
        <pc:spChg chg="add">
          <ac:chgData name="Peter Chapman" userId="c6648ea13a4819e1" providerId="LiveId" clId="{BF9EC2D8-1460-441A-9732-E6910D3CE5BB}" dt="2025-12-10T14:01:49.570" v="17778" actId="26606"/>
          <ac:spMkLst>
            <pc:docMk/>
            <pc:sldMk cId="4014688894" sldId="277"/>
            <ac:spMk id="25" creationId="{953CAC5D-D424-4EE2-A0C2-72ED7A88AA4B}"/>
          </ac:spMkLst>
        </pc:spChg>
        <pc:picChg chg="add mod ord">
          <ac:chgData name="Peter Chapman" userId="c6648ea13a4819e1" providerId="LiveId" clId="{BF9EC2D8-1460-441A-9732-E6910D3CE5BB}" dt="2025-12-10T14:02:07.234" v="17782" actId="1076"/>
          <ac:picMkLst>
            <pc:docMk/>
            <pc:sldMk cId="4014688894" sldId="277"/>
            <ac:picMk id="5" creationId="{69053747-A6E8-38E9-FF86-B8615A78B3B7}"/>
          </ac:picMkLst>
        </pc:picChg>
        <pc:picChg chg="add del mod ord">
          <ac:chgData name="Peter Chapman" userId="c6648ea13a4819e1" providerId="LiveId" clId="{BF9EC2D8-1460-441A-9732-E6910D3CE5BB}" dt="2025-12-10T14:01:37.194" v="17776" actId="478"/>
          <ac:picMkLst>
            <pc:docMk/>
            <pc:sldMk cId="4014688894" sldId="277"/>
            <ac:picMk id="7" creationId="{84A12503-E3D9-A211-92D2-2636961D5DFF}"/>
          </ac:picMkLst>
        </pc:picChg>
        <pc:picChg chg="add mod modCrop">
          <ac:chgData name="Peter Chapman" userId="c6648ea13a4819e1" providerId="LiveId" clId="{BF9EC2D8-1460-441A-9732-E6910D3CE5BB}" dt="2025-12-10T14:02:44.276" v="17787" actId="1076"/>
          <ac:picMkLst>
            <pc:docMk/>
            <pc:sldMk cId="4014688894" sldId="277"/>
            <ac:picMk id="10" creationId="{2A43F608-72B1-39DF-DA1E-33B6FF8B6135}"/>
          </ac:picMkLst>
        </pc:picChg>
      </pc:sldChg>
      <pc:sldChg chg="modSp new mod">
        <pc:chgData name="Peter Chapman" userId="c6648ea13a4819e1" providerId="LiveId" clId="{BF9EC2D8-1460-441A-9732-E6910D3CE5BB}" dt="2025-12-10T13:56:59.398" v="17771" actId="20577"/>
        <pc:sldMkLst>
          <pc:docMk/>
          <pc:sldMk cId="4254806395" sldId="278"/>
        </pc:sldMkLst>
        <pc:spChg chg="mod">
          <ac:chgData name="Peter Chapman" userId="c6648ea13a4819e1" providerId="LiveId" clId="{BF9EC2D8-1460-441A-9732-E6910D3CE5BB}" dt="2025-12-10T13:07:56.356" v="16579" actId="1076"/>
          <ac:spMkLst>
            <pc:docMk/>
            <pc:sldMk cId="4254806395" sldId="278"/>
            <ac:spMk id="2" creationId="{72059973-E71E-A32C-BF91-CDDD0B2C3C41}"/>
          </ac:spMkLst>
        </pc:spChg>
        <pc:spChg chg="mod">
          <ac:chgData name="Peter Chapman" userId="c6648ea13a4819e1" providerId="LiveId" clId="{BF9EC2D8-1460-441A-9732-E6910D3CE5BB}" dt="2025-12-10T13:56:59.398" v="17771" actId="20577"/>
          <ac:spMkLst>
            <pc:docMk/>
            <pc:sldMk cId="4254806395" sldId="278"/>
            <ac:spMk id="3" creationId="{7829F50C-5728-A5AE-8EC8-79D56FEC207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7141B4-8199-4CD5-A328-8A37C410F79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9A1D39-CB65-4456-B724-CD3EBD0C7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053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9A1D39-CB65-4456-B724-CD3EBD0C717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659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A22C646B-40F6-46A8-AD72-7C43416016A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26231656-6EEA-4083-B6E6-F0E143B23C5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155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C646B-40F6-46A8-AD72-7C43416016A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31656-6EEA-4083-B6E6-F0E143B2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49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C646B-40F6-46A8-AD72-7C43416016A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31656-6EEA-4083-B6E6-F0E143B23C5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151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C646B-40F6-46A8-AD72-7C43416016A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31656-6EEA-4083-B6E6-F0E143B2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132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C646B-40F6-46A8-AD72-7C43416016A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31656-6EEA-4083-B6E6-F0E143B2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966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C646B-40F6-46A8-AD72-7C43416016A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31656-6EEA-4083-B6E6-F0E143B2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895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C646B-40F6-46A8-AD72-7C43416016A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31656-6EEA-4083-B6E6-F0E143B2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227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C646B-40F6-46A8-AD72-7C43416016A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31656-6EEA-4083-B6E6-F0E143B2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909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C646B-40F6-46A8-AD72-7C43416016A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31656-6EEA-4083-B6E6-F0E143B2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111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C646B-40F6-46A8-AD72-7C43416016A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31656-6EEA-4083-B6E6-F0E143B2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984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C646B-40F6-46A8-AD72-7C43416016A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31656-6EEA-4083-B6E6-F0E143B2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907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A22C646B-40F6-46A8-AD72-7C43416016A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26231656-6EEA-4083-B6E6-F0E143B2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738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2165/00007256-199009040-00002" TargetMode="External"/><Relationship Id="rId2" Type="http://schemas.openxmlformats.org/officeDocument/2006/relationships/hyperlink" Target="https://doi.org/10.1136/bjsm.37.5.384.%20Accessed%2027%20Sept.%202025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25236/fsr.2024.060106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kolambekalpesh/football-player-injury-data?resource=download" TargetMode="External"/><Relationship Id="rId2" Type="http://schemas.openxmlformats.org/officeDocument/2006/relationships/hyperlink" Target="https://www.kaggle.com/datasets/ziya07/college-sports-injury-detection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hlinjuryviz.blogspot.com/p/index-page.html" TargetMode="External"/><Relationship Id="rId4" Type="http://schemas.openxmlformats.org/officeDocument/2006/relationships/hyperlink" Target="https://www.kaggle.com/code/jaseziv83/an-analysis-of-nfl-injuri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BAD78-064A-859F-289C-00E6F3B88E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31001"/>
            <a:ext cx="9144000" cy="2387600"/>
          </a:xfrm>
        </p:spPr>
        <p:txBody>
          <a:bodyPr>
            <a:no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Injuries in Professional and Collegiate Sports: Identifying Athletic Predisposition and Susceptibility to Injury and Analyzing Modern Incorporation of Biomedical Technology</a:t>
            </a:r>
            <a:b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1C1D2E-9D2B-2BCA-9723-0B5D7D57A4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87069"/>
            <a:ext cx="9144000" cy="1655762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Peter Chapman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STAT468: Senior Research Project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Delaware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December 10, 2025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429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E790C-FFE6-2AE1-0D2B-6C8C64139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315884"/>
            <a:ext cx="9692640" cy="1325562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3FC27-B167-96A4-92A4-3BC5C07F7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High multitude of injuries that occur to athletes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to an increase in research on identifying injury risk and prevention within professional and collegiate athletics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research topic in football, basketball, soccer, and baseball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 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Are there predispositions to certain injuries for athletes of a certain size, position, sport, or activity? If so, what is the full extent of this susceptibility?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biomedical advancements within these sports have been made in previous seasons to address the rise in injuries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 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Are modern advancements in injury risk and prevention effective in reducing the number of injuries?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Leagues analyzed: NFL, NHL, EPL, NCAA sports</a:t>
            </a:r>
          </a:p>
        </p:txBody>
      </p:sp>
    </p:spTree>
    <p:extLst>
      <p:ext uri="{BB962C8B-B14F-4D97-AF65-F5344CB8AC3E}">
        <p14:creationId xmlns:p14="http://schemas.microsoft.com/office/powerpoint/2010/main" val="1099940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64A76-40D1-064B-C529-20E641E6B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D1A0E-F4A7-3D0C-E771-34A7E3189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369917"/>
            <a:ext cx="9692640" cy="1325562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and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A0965-2183-4970-A0AA-EFD67C324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#1: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identify potential causes of injuries in significant sports leagues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#2: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technological advancements that were recently implemented into collegiate and professional athletics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#1: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external and internal factors contribute to determining likelihood of injury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factors: Playing surface, player position, quality of protective equipment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factors: Age, previous injuries, height and weight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#2: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Biomedical and biomechanical advancements in athletics have been effective in reducing injuries, especially with common injuries and in sports with a high number of injuries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injuries: Torn UCL for pitchers in baseball, concussions for running backs in football, etc.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Leagues with many injuries: NFL, NHL, EPL, NCAA sports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confidence in the second hypothesis, as advancements are very recent and online research and data may be limited 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65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1F234-EB3D-CF2E-37AE-B78868EED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2830"/>
            <a:ext cx="10515600" cy="9923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3339921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FDD70-9744-B698-EA09-278AEBAE6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112" y="365760"/>
            <a:ext cx="9692640" cy="132556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and Internal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6BB03-7335-B69A-4F06-E3C072A288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592782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Factors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internal factors affect likelihood and severity of injuries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Wentao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Age: Older age -&gt; Higher risk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status: Bad health -&gt; Higher risk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condition: Height, weight, bone density, gender, flexibility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 factors: Self-esteem and self-identity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findings and other significant internal factors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Taimela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Injury history: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Signficant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not properly treated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Weight: Heavier weight -&gt; Higher risk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Height: Taller height -&gt; Higher risk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E2CF42-6A43-4D96-ABFF-75DA63319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66344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Factors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characteristics can be considered external risk factors (Bahr and Holme)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factors</a:t>
            </a:r>
          </a:p>
          <a:p>
            <a:pPr lvl="2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Referee decisions</a:t>
            </a:r>
          </a:p>
          <a:p>
            <a:pPr lvl="2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Opponent behavior</a:t>
            </a:r>
          </a:p>
          <a:p>
            <a:pPr lvl="2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playstyle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Protective factors</a:t>
            </a:r>
          </a:p>
          <a:p>
            <a:pPr lvl="2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Equipment designed to protect athletes</a:t>
            </a:r>
          </a:p>
          <a:p>
            <a:pPr lvl="2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Shin guards, helmets, etc.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Sports equipment</a:t>
            </a:r>
          </a:p>
          <a:p>
            <a:pPr lvl="2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other equipment that is used</a:t>
            </a:r>
          </a:p>
          <a:p>
            <a:pPr lvl="2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Gloves, sticks, baseball bats, etc.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</a:p>
          <a:p>
            <a:pPr lvl="2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Weather: Rain, snow, ice, etc.</a:t>
            </a:r>
          </a:p>
          <a:p>
            <a:pPr lvl="2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 or floor type, quality of the playing surface</a:t>
            </a:r>
          </a:p>
        </p:txBody>
      </p:sp>
    </p:spTree>
    <p:extLst>
      <p:ext uri="{BB962C8B-B14F-4D97-AF65-F5344CB8AC3E}">
        <p14:creationId xmlns:p14="http://schemas.microsoft.com/office/powerpoint/2010/main" val="1389188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4532F-7C07-C100-92E1-67053403F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334EF-C2F7-1FED-04BA-D30FD749D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604" y="324196"/>
            <a:ext cx="9692640" cy="1325562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Multifactorial Nature of Injury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0828D6-F667-003B-C8A6-C98BBA038D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6600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Heavily researched and debated topic within sports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Definition: Many factors could be correlated with the occurrence of an injury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Cause of a specific injury to an athlete cannot be isolated to one factor (Bahr and Holme)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Internal/external factors are correlated with athletic injuries</a:t>
                </a:r>
              </a:p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Statistical Application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Multivariate approach is necessary for any predictive model that attempts to assess injury risk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Suggestion: Logistic regression model with multiple predictor variables must be considered</a:t>
                </a:r>
              </a:p>
              <a:p>
                <a:pPr marL="0" indent="0">
                  <a:buNone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2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𝑖𝑛𝑗𝑢𝑟𝑦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𝐴𝑡h𝑙𝑒𝑡𝑒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𝑖𝑛𝑗𝑢𝑟𝑦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𝐴𝑡h𝑙𝑒𝑡𝑒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2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𝐹𝑎𝑐𝑡𝑜𝑟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𝐴𝑡h𝑙𝑒𝑡𝑒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𝐹𝑎𝑐𝑡𝑜𝑟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𝐴𝑡h𝑙𝑒𝑡𝑒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𝐹𝑎𝑐𝑡𝑜𝑟𝑘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𝐴𝑡h𝑙𝑒𝑡𝑒</m:t>
                          </m:r>
                        </m:sub>
                      </m:sSub>
                    </m:oMath>
                  </m:oMathPara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0828D6-F667-003B-C8A6-C98BBA038D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66006"/>
              </a:xfrm>
              <a:blipFill>
                <a:blip r:embed="rId2"/>
                <a:stretch>
                  <a:fillRect l="-232" t="-1535" b="-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7894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7B480-F0B9-4D0A-B49C-D8A4C4ADA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D9CB0-1641-04D9-05ED-24788C306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7325"/>
            <a:ext cx="9692640" cy="1325562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Biomechanical and Biomedical Advancements in Athletics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028BE-9C28-9CAF-8037-BEDEF56BC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66006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development as technology improves, especially in the 21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century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advancements target a specific injury as opposed to a certain sport or athlete type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Non-contact knee injuries (ACL, PCL, meniscus injuries)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into playing surface and field upkeep (artificial or natural field)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Improvements in footwear (cleats, basketball shoes, skates)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and concussion injuries (Nath, et al.)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High-tech materials (carbon fiber and polycarbonate) used for hockey and football helmets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Creation of the Guardian Cap in professional and collegiate football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advancements are general across all sports (Nath, et al.)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fabrics that collect vital signs, assess fatigue, and motor functions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technology such as GPS trackers, LPS trackers, augmented reality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sensors that collect movement patterns, forces, athlete posture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can make predictions and recommendations from data</a:t>
            </a: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018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90CB5-DC54-CCE2-CF3D-0BBC08DCA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33981-AACE-5301-0AF4-FA3DF73AB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2830"/>
            <a:ext cx="10515600" cy="9923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2797484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6AC3E-8345-A8E5-3F81-E613342A4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1DFA4-178D-7C28-4D61-CB833BBCD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365760"/>
            <a:ext cx="10515600" cy="1325562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English Premier League Model for Injury Days Missed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74E105-5193-99E7-D1F4-EBABE072E3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66006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collected from Kalpesh Kolambe on Kaggle; scraped using ‘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worldfootballR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 package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Relevant internal factors: Age, height, weight, BMI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Relevant external factors: Minutes played, position, matches played, number of days missed due to injury in the player’s previous season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Dependent variable of interest: Number of days missed due to injury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variables created to represent player position; goalkeepers are reference group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Standard multiple linear regression model used to predict injury days</a:t>
                </a:r>
              </a:p>
              <a:p>
                <a:pPr marL="0" indent="0">
                  <a:buNone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𝑆𝑒𝑎𝑠𝑜𝑛𝐷𝑎𝑦𝑠𝐼𝑛𝑗𝑢𝑟𝑒𝑑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𝑃𝑙𝑎𝑦𝑒𝑟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𝑌𝑒𝑎𝑟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𝑆𝑒𝑎𝑠𝑜𝑛𝑀𝑖𝑛𝑢𝑡𝑒𝑠𝑃𝑙𝑎𝑦𝑒𝑑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𝑃𝑙𝑎𝑦𝑒𝑟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𝑌𝑒𝑎𝑟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𝐴𝑔𝑒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𝑃𝑙𝑎𝑦𝑒𝑟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𝑌𝑒𝑎𝑟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𝐵𝑜𝑑𝑦𝑀𝑎𝑠𝑠𝐼𝑛𝑑𝑒𝑥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𝑃𝑙𝑎𝑦𝑒𝑟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𝑌𝑒𝑎𝑟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𝐷𝑎𝑦𝑠𝐼𝑛𝑗𝑢𝑟𝑒𝑑𝑃𝑟𝑒𝑣𝑖𝑜𝑢𝑠𝑆𝑒𝑎𝑠𝑜𝑛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𝑃𝑙𝑎𝑦𝑒𝑟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𝑌𝑒𝑎𝑟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𝑖𝑠𝐹𝑜𝑟𝑤𝑎𝑟𝑑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𝑃𝑙𝑎𝑦𝑒𝑟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𝑌𝑒𝑎𝑟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𝑖𝑠𝑀𝑖𝑑𝑓𝑖𝑒𝑙𝑑𝑒𝑟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𝑃𝑙𝑎𝑦𝑒𝑟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𝑌𝑒𝑎𝑟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𝑖𝑠𝐷𝑒𝑓𝑒𝑛𝑑𝑒𝑟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𝑃𝑙𝑎𝑦𝑒𝑟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𝑌𝑒𝑎𝑟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𝑃𝑙𝑎𝑦𝑒𝑟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𝑌𝑒𝑎𝑟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74E105-5193-99E7-D1F4-EBABE072E3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66006"/>
              </a:xfrm>
              <a:blipFill>
                <a:blip r:embed="rId2"/>
                <a:stretch>
                  <a:fillRect l="-232" t="-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6759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F8305-E182-D26A-B76C-60489CAE3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71EA2-CC58-7EAA-7E0E-A55EB7551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353291"/>
            <a:ext cx="10626159" cy="1325562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Logistic Regression for Injury Likelihood in NCAA Training Sessions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E0B295-B427-3538-ADAB-1FD5D579AE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66006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collected from ‘Ziya’ on Kaggle; protects identities of athletes to address HIPAA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Relevant internal factors: Heart rate, respiratory rate, blood oxygen level, respiratory rate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Relevant external factors: Impact force of training session, session duration, training type, sport type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Dependent variable of interest: Whether or not student-athlete suffered an injury during training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variables created for level of contact (mild, heavy, or none) and intensity of activity 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logistic regression to quantify likelihood of student-athlete injury</a:t>
                </a:r>
              </a:p>
              <a:p>
                <a:pPr marL="0" indent="0">
                  <a:buNone/>
                </a:pPr>
                <a:endParaRPr lang="en-US" sz="24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𝑖𝑛𝑗𝑢𝑟𝑦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𝐴𝑡h𝑙𝑒𝑡𝑒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𝑆𝑒𝑠𝑠𝑖𝑜𝑛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𝑖𝑛𝑗𝑢𝑟𝑦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𝐴𝑡h𝑙𝑒𝑡𝑒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𝑆𝑒𝑠𝑠𝑖𝑜𝑛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</a:rPr>
                        <m:t>= 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𝐻𝑒𝑎𝑟𝑡𝑅𝑎𝑡𝑒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𝐴𝑡h𝑙𝑒𝑡𝑒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𝑆𝑒𝑠𝑠𝑖𝑜𝑛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𝑅𝑒𝑠𝑝𝑖𝑟𝑎𝑡𝑜𝑟𝑦𝑅𝑎𝑡𝑒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𝐴𝑡h𝑙𝑒𝑡𝑒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𝑆𝑒𝑠𝑠𝑖𝑜𝑛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𝑆𝑘𝑖𝑛𝑇𝑒𝑚𝑝𝑒𝑟𝑎𝑡𝑢𝑟𝑒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𝐴𝑡h𝑙𝑒𝑡𝑒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𝑆𝑒𝑠𝑠𝑖𝑜𝑛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𝐵𝑙𝑜𝑜𝑑𝑂𝑥𝑦𝑔𝑒𝑛𝐿𝑒𝑣𝑒𝑙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𝐴𝑡h𝑙𝑒𝑡𝑒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𝑆𝑒𝑠𝑠𝑖𝑜𝑛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𝐼𝑚𝑝𝑎𝑐𝑡𝐹𝑜𝑟𝑐𝑒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𝐴𝑡h𝑙𝑒𝑡𝑒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𝑆𝑒𝑠𝑠𝑖𝑜𝑛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𝐶𝑢𝑚𝑢𝑙𝑎𝑡𝑖𝑣𝑒𝐹𝑎𝑡𝑖𝑔𝑢𝑒𝐼𝑛𝑑𝑒𝑥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𝐴𝑡h𝑙𝑒𝑡𝑒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𝑆𝑒𝑠𝑠𝑖𝑜𝑛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𝑆𝑒𝑠𝑠𝑖𝑜𝑛𝐷𝑢𝑟𝑎𝑡𝑖𝑜𝑛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𝐴𝑡h𝑙𝑒𝑡𝑒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𝑆𝑒𝑠𝑠𝑖𝑜𝑛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𝑖𝑠𝐻𝑒𝑎𝑣𝑦𝐶𝑜𝑛𝑡𝑎𝑐𝑡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𝐴𝑡h𝑙𝑒𝑡𝑒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𝑆𝑒𝑠𝑠𝑖𝑜𝑛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𝑖𝑠𝑀𝑖𝑙𝑑𝐶𝑜𝑛𝑡𝑎𝑐𝑡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𝐴𝑡h𝑙𝑒𝑡𝑒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𝑆𝑒𝑠𝑠𝑖𝑜𝑛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𝑖𝑠𝐼𝑛𝑡𝑒𝑛𝑠𝑒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𝐴𝑡h𝑙𝑒𝑡𝑒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𝑆𝑒𝑠𝑠𝑖𝑜𝑛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E0B295-B427-3538-ADAB-1FD5D579AE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66006"/>
              </a:xfrm>
              <a:blipFill>
                <a:blip r:embed="rId2"/>
                <a:stretch>
                  <a:fillRect l="-58" t="-15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6377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761F7-8EEE-BA31-E563-711F46A72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D0388-91BD-299F-CF93-41E03EF6D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1" y="349134"/>
            <a:ext cx="9692640" cy="1325562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NFL Playing Surface and Injury Severity Binary Logistic Regression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E2C441-8ABF-558E-0DB2-AFFACD89BC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66006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collected from ‘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JasonZivkovic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 on Kaggle; confirmed lower-limb NFL injuries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Exclusively external factors: Playing surface that the injury occurred on (synthetic or natural), body part that was injured by the football player (foot, ankle, or knee)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Series of binary threshold variables for injury days missed; 1 day. 7 days, 28 days, 42 days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Dependent variable of interest: Whether or not the football player missed a minimum of 42 days due to injury; allows for a study on the most severe injuries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logistic regression with two indicator variables</a:t>
                </a:r>
              </a:p>
              <a:p>
                <a:pPr lvl="1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Playing surface during injury was synthetic (reference: natural surface)</a:t>
                </a:r>
              </a:p>
              <a:p>
                <a:pPr lvl="1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Injury was in the knee (reference: foot or ankle)</a:t>
                </a:r>
              </a:p>
              <a:p>
                <a:pPr marL="274320" lvl="1" indent="0">
                  <a:buNone/>
                </a:pPr>
                <a:endParaRPr lang="en-US" sz="24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𝑀𝑖𝑛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42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𝐷𝑎𝑦𝑠𝑀𝑖𝑠𝑠𝑒𝑑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𝐴𝑡h𝑙𝑒𝑡𝑒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𝐼𝑛𝑗𝑢𝑟𝑦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𝑀𝑖𝑛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42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𝐷𝑎𝑦𝑠𝑀𝑖𝑠𝑠𝑒𝑑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𝐴𝑡h𝑙𝑒𝑡𝑒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𝐼𝑛𝑗𝑢𝑟𝑦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𝑖𝑠𝑆𝑦𝑛𝑡h𝑒𝑡𝑖𝑐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𝐴𝑡h𝑙𝑒𝑡𝑒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𝐼𝑛𝑗𝑢𝑟𝑦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𝑖𝑠𝐾𝑛𝑒𝑒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𝐴𝑡h𝑙𝑒𝑡𝑒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𝐼𝑛𝑗𝑢𝑟𝑦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E2C441-8ABF-558E-0DB2-AFFACD89BC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66006"/>
              </a:xfrm>
              <a:blipFill>
                <a:blip r:embed="rId2"/>
                <a:stretch>
                  <a:fillRect l="-232" t="-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7811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59973-E71E-A32C-BF91-CDDD0B2C3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328353"/>
            <a:ext cx="9692640" cy="1325562"/>
          </a:xfrm>
        </p:spPr>
        <p:txBody>
          <a:bodyPr/>
          <a:lstStyle/>
          <a:p>
            <a:r>
              <a:rPr lang="en-US" dirty="0"/>
              <a:t>NHL Injury Trends by 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9F50C-5728-A5AE-8EC8-79D56FEC2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778" y="1828800"/>
            <a:ext cx="8826454" cy="4351337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collected and provided by an online database called NHL Injury Viz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group recorded for each injury (defenseman, forward, goaltender)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Injured body part provided for each observation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specific injuries: Appendicitis, bronchitis, dehydration, COVID-19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broad injury location: Upper-body, lower-body, mid-body, arm, leg, foot, head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from 2000-01 to 2025-26, including playoffs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number of days missed and count of each injury provided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visualizations created using Tableau Public software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 map showing frequency of injury type by the three positions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graph showing injury trends over time by position group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806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F7E18-C53F-A913-F2F5-E70C95112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8AD2F-EE6E-3A0D-110E-7E18A905A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2830"/>
            <a:ext cx="10515600" cy="9923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</p:txBody>
      </p:sp>
    </p:spTree>
    <p:extLst>
      <p:ext uri="{BB962C8B-B14F-4D97-AF65-F5344CB8AC3E}">
        <p14:creationId xmlns:p14="http://schemas.microsoft.com/office/powerpoint/2010/main" val="3750797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AB0A0-4150-6F3F-0032-C814B6842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0BE69-9613-7285-DB8F-B902CDEC6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038" y="336665"/>
            <a:ext cx="9692640" cy="1325562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EPL Injury Days Missed Model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C31CE-4825-A08C-23A4-D464777B1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576" y="1825625"/>
            <a:ext cx="5210782" cy="4907684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R-squared of 11.39% reinforces idea of multifactorial nature of injury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Statistically significant factors: Season minutes played, days injured in the previous season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Clinically significant factors: Age, variables representing player position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Defenders are predicted to miss the most days due to injury, followed by midfielders, forwards, and then goalkeepers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 minutes played and BMI have negative relationships with days missed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and days missed in previous season have positive relationships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204EC6-1C65-41D3-0DB7-B1A91C2E69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826831"/>
              </p:ext>
            </p:extLst>
          </p:nvPr>
        </p:nvGraphicFramePr>
        <p:xfrm>
          <a:off x="6096001" y="1825625"/>
          <a:ext cx="4644045" cy="4903875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1548015">
                  <a:extLst>
                    <a:ext uri="{9D8B030D-6E8A-4147-A177-3AD203B41FA5}">
                      <a16:colId xmlns:a16="http://schemas.microsoft.com/office/drawing/2014/main" val="784651409"/>
                    </a:ext>
                  </a:extLst>
                </a:gridCol>
                <a:gridCol w="1548015">
                  <a:extLst>
                    <a:ext uri="{9D8B030D-6E8A-4147-A177-3AD203B41FA5}">
                      <a16:colId xmlns:a16="http://schemas.microsoft.com/office/drawing/2014/main" val="2313758256"/>
                    </a:ext>
                  </a:extLst>
                </a:gridCol>
                <a:gridCol w="1548015">
                  <a:extLst>
                    <a:ext uri="{9D8B030D-6E8A-4147-A177-3AD203B41FA5}">
                      <a16:colId xmlns:a16="http://schemas.microsoft.com/office/drawing/2014/main" val="3537460070"/>
                    </a:ext>
                  </a:extLst>
                </a:gridCol>
              </a:tblGrid>
              <a:tr h="3797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Coefficient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P-Value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6265092"/>
                  </a:ext>
                </a:extLst>
              </a:tr>
              <a:tr h="3797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Intercept</a:t>
                      </a:r>
                      <a:endParaRPr lang="en-US" sz="18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88.569744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0.01616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515057"/>
                  </a:ext>
                </a:extLst>
              </a:tr>
              <a:tr h="8835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Season Minutes Played</a:t>
                      </a:r>
                      <a:endParaRPr lang="en-US" sz="18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-0.027323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&lt;0.0001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0216524"/>
                  </a:ext>
                </a:extLst>
              </a:tr>
              <a:tr h="3797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  <a:endParaRPr lang="en-US" sz="18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0.969747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0.10979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51622979"/>
                  </a:ext>
                </a:extLst>
              </a:tr>
              <a:tr h="7830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Body Mass Index (BMI)</a:t>
                      </a:r>
                      <a:endParaRPr lang="en-US" sz="18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-0.496373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0.75396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7316180"/>
                  </a:ext>
                </a:extLst>
              </a:tr>
              <a:tr h="8835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Days Injured in Previous Season</a:t>
                      </a:r>
                      <a:endParaRPr lang="en-US" sz="18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0.086429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0.00467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420964"/>
                  </a:ext>
                </a:extLst>
              </a:tr>
              <a:tr h="3797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isForward</a:t>
                      </a:r>
                      <a:endParaRPr lang="en-US" sz="18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10.634257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0.26964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86540625"/>
                  </a:ext>
                </a:extLst>
              </a:tr>
              <a:tr h="3797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isMidfielder</a:t>
                      </a:r>
                      <a:endParaRPr lang="en-US" sz="18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12.337696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0.16918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3971635"/>
                  </a:ext>
                </a:extLst>
              </a:tr>
              <a:tr h="3797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isDefender</a:t>
                      </a:r>
                      <a:endParaRPr lang="en-US" sz="18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17.0408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0.05643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4862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1690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331D5-9641-896C-2FC0-D129CB135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6135A-9D15-4867-0E04-025800F91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670" y="266369"/>
            <a:ext cx="9692640" cy="1325562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NCAA Training Sessions Binary Logistic Regression Model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D825B-A4C0-B832-4F2C-B0FAF1EEA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354" y="1825625"/>
            <a:ext cx="4937759" cy="4766006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Multicollinearity existed between two pairs of factors; one variable removed from each pair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oxygen level percentage and skin temperature in degrees Celsius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rate (beats per minute) and respiratory rate (breaths per minute)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Statistically significant factors: Impact of force (N) of session, cumulative fatigue index, blood oxygen level percentage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Clinically significant factors: Contact level of sport played</a:t>
            </a:r>
            <a:endParaRPr lang="en-US" dirty="0"/>
          </a:p>
          <a:p>
            <a:pPr marL="0" indent="0">
              <a:buNone/>
            </a:pPr>
            <a:endParaRPr lang="en-U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4037B9-16E4-4230-D837-E3EE0671E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076965"/>
              </p:ext>
            </p:extLst>
          </p:nvPr>
        </p:nvGraphicFramePr>
        <p:xfrm>
          <a:off x="5661990" y="1784705"/>
          <a:ext cx="5292522" cy="4707535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1764174">
                  <a:extLst>
                    <a:ext uri="{9D8B030D-6E8A-4147-A177-3AD203B41FA5}">
                      <a16:colId xmlns:a16="http://schemas.microsoft.com/office/drawing/2014/main" val="4283900025"/>
                    </a:ext>
                  </a:extLst>
                </a:gridCol>
                <a:gridCol w="1764174">
                  <a:extLst>
                    <a:ext uri="{9D8B030D-6E8A-4147-A177-3AD203B41FA5}">
                      <a16:colId xmlns:a16="http://schemas.microsoft.com/office/drawing/2014/main" val="3407084239"/>
                    </a:ext>
                  </a:extLst>
                </a:gridCol>
                <a:gridCol w="1764174">
                  <a:extLst>
                    <a:ext uri="{9D8B030D-6E8A-4147-A177-3AD203B41FA5}">
                      <a16:colId xmlns:a16="http://schemas.microsoft.com/office/drawing/2014/main" val="1740312361"/>
                    </a:ext>
                  </a:extLst>
                </a:gridCol>
              </a:tblGrid>
              <a:tr h="3402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Coefficient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P-Value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9369864"/>
                  </a:ext>
                </a:extLst>
              </a:tr>
              <a:tr h="3402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Intercept</a:t>
                      </a:r>
                      <a:endParaRPr lang="en-US" sz="1600" b="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13.315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&lt;0.0001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2532649"/>
                  </a:ext>
                </a:extLst>
              </a:tr>
              <a:tr h="3402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Heart Rate (BPM)</a:t>
                      </a:r>
                      <a:endParaRPr lang="en-US" sz="1600" b="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-0.00279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0.3334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3425858"/>
                  </a:ext>
                </a:extLst>
              </a:tr>
              <a:tr h="7015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Blood Oxygen Percent Level</a:t>
                      </a:r>
                      <a:endParaRPr lang="en-US" sz="1600" b="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0.1196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&lt;0.0001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2574319"/>
                  </a:ext>
                </a:extLst>
              </a:tr>
              <a:tr h="5615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 of Force (N)</a:t>
                      </a:r>
                      <a:endParaRPr lang="en-US" sz="1600" b="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-0.00597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0.0001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94549139"/>
                  </a:ext>
                </a:extLst>
              </a:tr>
              <a:tr h="7015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Cumulative Fatigue Index</a:t>
                      </a:r>
                      <a:endParaRPr lang="en-US" sz="16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-1.9031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&lt;0.0001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580943"/>
                  </a:ext>
                </a:extLst>
              </a:tr>
              <a:tr h="7015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Duration of Session (min)</a:t>
                      </a:r>
                      <a:endParaRPr lang="en-US" sz="1600" b="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-0.00162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0.6241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24909532"/>
                  </a:ext>
                </a:extLst>
              </a:tr>
              <a:tr h="3402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isHeavyContact</a:t>
                      </a:r>
                      <a:endParaRPr lang="en-US" sz="1600" b="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0.3394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0.0606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44437084"/>
                  </a:ext>
                </a:extLst>
              </a:tr>
              <a:tr h="3402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isMildContact</a:t>
                      </a:r>
                      <a:endParaRPr lang="en-US" sz="1600" b="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-0.0294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0.8452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92263802"/>
                  </a:ext>
                </a:extLst>
              </a:tr>
              <a:tr h="3402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isIntense</a:t>
                      </a:r>
                      <a:endParaRPr lang="en-US" sz="16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-0.124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0.365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4129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8888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DE499-8EB3-3BD3-E8D6-D824567F4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DF934-C23E-787E-DE56-4D37D5255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24" y="365760"/>
            <a:ext cx="9692640" cy="1325562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NFL Playing Surface and Injury Severity Binary Logistic Regression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CBD70E-BBC5-EDEB-22FC-5D91E74DD6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03684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𝑀𝑖𝑛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42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𝐷𝑎𝑦𝑠𝑀𝑖𝑠𝑠𝑒𝑑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𝐴𝑡h𝑙𝑒𝑡𝑒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𝐼𝑛𝑗𝑢𝑟𝑦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𝑀𝑖𝑛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42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𝐷𝑎𝑦𝑠𝑀𝑖𝑠𝑠𝑒𝑑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𝐴𝑡h𝑙𝑒𝑡𝑒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𝐼𝑛𝑗𝑢𝑟𝑦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= 0.7832−0.1642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𝑖𝑠𝑆𝑦𝑛𝑡h𝑒𝑡𝑖𝑐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𝐴𝑡h𝑙𝑒𝑡𝑒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𝐼𝑛𝑗𝑢𝑟𝑦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+0.3992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𝑖𝑠𝐾𝑛𝑒𝑒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𝐴𝑡h𝑙𝑒𝑡𝑒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𝐼𝑛𝑗𝑢𝑟𝑦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CBD70E-BBC5-EDEB-22FC-5D91E74DD6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03684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0F1B7FF-1208-6D13-513D-B5564CFB5D4B}"/>
              </a:ext>
            </a:extLst>
          </p:cNvPr>
          <p:cNvSpPr txBox="1"/>
          <p:nvPr/>
        </p:nvSpPr>
        <p:spPr>
          <a:xfrm>
            <a:off x="324293" y="2982433"/>
            <a:ext cx="5481084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variables statistically insignificant at the 5% level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both hold clinical significance due to health and safety setting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Interpretations can be developed from the odds ratio estimates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Knee injury increases likelihood of missing 42 days by 49.1%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surface is associated with a 15.1% decrease in the likelihood of missing 42 days due to injury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B7F4373-B74D-8D7E-D019-949527985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856760"/>
              </p:ext>
            </p:extLst>
          </p:nvPr>
        </p:nvGraphicFramePr>
        <p:xfrm>
          <a:off x="6386625" y="2996773"/>
          <a:ext cx="4269393" cy="3411788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1423131">
                  <a:extLst>
                    <a:ext uri="{9D8B030D-6E8A-4147-A177-3AD203B41FA5}">
                      <a16:colId xmlns:a16="http://schemas.microsoft.com/office/drawing/2014/main" val="4097100214"/>
                    </a:ext>
                  </a:extLst>
                </a:gridCol>
                <a:gridCol w="1423131">
                  <a:extLst>
                    <a:ext uri="{9D8B030D-6E8A-4147-A177-3AD203B41FA5}">
                      <a16:colId xmlns:a16="http://schemas.microsoft.com/office/drawing/2014/main" val="3134533046"/>
                    </a:ext>
                  </a:extLst>
                </a:gridCol>
                <a:gridCol w="1423131">
                  <a:extLst>
                    <a:ext uri="{9D8B030D-6E8A-4147-A177-3AD203B41FA5}">
                      <a16:colId xmlns:a16="http://schemas.microsoft.com/office/drawing/2014/main" val="1140432263"/>
                    </a:ext>
                  </a:extLst>
                </a:gridCol>
              </a:tblGrid>
              <a:tr h="8529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</a:t>
                      </a:r>
                      <a:endParaRPr lang="en-US" sz="18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Coefficient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P-Value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52584433"/>
                  </a:ext>
                </a:extLst>
              </a:tr>
              <a:tr h="8529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Intercept</a:t>
                      </a:r>
                      <a:endParaRPr lang="en-US" sz="1800" b="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0.7832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&lt;0.0466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3419366"/>
                  </a:ext>
                </a:extLst>
              </a:tr>
              <a:tr h="8529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isSynthetic</a:t>
                      </a:r>
                      <a:endParaRPr lang="en-US" sz="1800" b="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-0.1642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0.7119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1946750"/>
                  </a:ext>
                </a:extLst>
              </a:tr>
              <a:tr h="8529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isKnee</a:t>
                      </a:r>
                      <a:endParaRPr lang="en-US" sz="18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0.3992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0.3682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3621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5196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89AE6DA-A080-475C-BE02-EF343FBA6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33EF95-E91B-40C4-A692-E91065291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53CAC5D-D424-4EE2-A0C2-72ED7A88A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6568" cy="58978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053747-A6E8-38E9-FF86-B8615A78B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96" y="606060"/>
            <a:ext cx="4540420" cy="5571066"/>
          </a:xfrm>
          <a:prstGeom prst="rect">
            <a:avLst/>
          </a:prstGeom>
        </p:spPr>
      </p:pic>
      <p:pic>
        <p:nvPicPr>
          <p:cNvPr id="10" name="Picture 9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2A43F608-72B1-39DF-DA1E-33B6FF8B61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582"/>
          <a:stretch>
            <a:fillRect/>
          </a:stretch>
        </p:blipFill>
        <p:spPr>
          <a:xfrm>
            <a:off x="3937714" y="1211332"/>
            <a:ext cx="7654384" cy="504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688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25ED0-484A-C316-DAC5-DCF6E6526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C8512-89C8-E2EE-9A3A-0B43FE7ED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Guardian Caps on Concussions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8CDF2-037C-A290-8570-8491317698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8397" y="1828800"/>
            <a:ext cx="5154035" cy="522039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Collegiate Level (NCAA)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from MIT’s collegiate team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Carratu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different tests to evaluate 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response test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perception test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Players naturally grouped into two categories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group: Wore Guardian Caps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group: Did not wear Guardian caps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conclusions made from the study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statistically significant difference between the two groups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Guardian Cap group had less variation for response speed, eye response constriction, tracking ability</a:t>
            </a:r>
          </a:p>
          <a:p>
            <a:pPr marL="274320" lvl="1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C46DE8-6C2B-D017-3E16-7A80A47864D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Level (NFL)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FD881DF-FF70-B97B-EE7D-24E869473572}"/>
              </a:ext>
            </a:extLst>
          </p:cNvPr>
          <p:cNvSpPr txBox="1">
            <a:spLocks/>
          </p:cNvSpPr>
          <p:nvPr/>
        </p:nvSpPr>
        <p:spPr>
          <a:xfrm>
            <a:off x="5686508" y="2378765"/>
            <a:ext cx="5456703" cy="443351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testing of the Guardian Cap NXT (Funk, et al.)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Setting: Preseason practices from 2018 to 2023</a:t>
            </a:r>
          </a:p>
          <a:p>
            <a:pPr lvl="1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Excludes the 2020 preseason</a:t>
            </a:r>
          </a:p>
          <a:p>
            <a:pPr lvl="1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2022: Linemen, linebackers, and tight ends required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included to isolate effect of Guardian Caps</a:t>
            </a:r>
          </a:p>
          <a:p>
            <a:pPr lvl="1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intensity (pads or no pads)</a:t>
            </a:r>
          </a:p>
          <a:p>
            <a:pPr lvl="1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 position (offensive lineman, defensive lineman, linebacker, tight end)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main takeaways</a:t>
            </a:r>
          </a:p>
          <a:p>
            <a:pPr lvl="1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Concussion rate for Guardian cap players decreased 54% after helmets were introduced</a:t>
            </a:r>
          </a:p>
          <a:p>
            <a:pPr lvl="1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Could not be solely attributed to the Guardian Cap NXT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270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332F0-510D-F346-9FFA-20207E3A0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A0EC1-C8DB-10AC-EB9B-E9645CF37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285" y="386542"/>
            <a:ext cx="9692640" cy="1325562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CF5CC-8F1C-6F1C-494C-B88219173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8875469" cy="481540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findings are best to be interpreted by sport as correlations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soccer: Minutes played, days missed due to injury in previous season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Collegiate sports: Contact level, blood oxygen level percentage, cumulative fatigue index, and total impact of forces during the training session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Football League: Higher risk of severe injury on natural playing surface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Mix of internal and external factors (multifactorial nature of injury)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vary across sport, level, and physical activity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Injury likelihood and severity cannot be generalized across all sports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research can make this study even more accurate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populations are largely better than small samples of injuries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estimates would become more accurate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would hold higher relevance for predicting injuries and their severity</a:t>
            </a:r>
          </a:p>
        </p:txBody>
      </p:sp>
    </p:spTree>
    <p:extLst>
      <p:ext uri="{BB962C8B-B14F-4D97-AF65-F5344CB8AC3E}">
        <p14:creationId xmlns:p14="http://schemas.microsoft.com/office/powerpoint/2010/main" val="2121892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C5F43-FA67-0D00-C2AB-D742DB2E7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A5A9B-679C-1BC2-E1A9-76A86DBD9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378229"/>
            <a:ext cx="9692640" cy="1325562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936D2-7226-CB6E-AC8F-719A771CF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finding free, public data</a:t>
            </a:r>
          </a:p>
          <a:p>
            <a:pPr marL="674370" lvl="1" indent="-400050">
              <a:buFont typeface="+mj-lt"/>
              <a:buAutoNum type="alphaL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leagues are very private with their injury data</a:t>
            </a:r>
          </a:p>
          <a:p>
            <a:pPr marL="674370" lvl="1" indent="-400050">
              <a:buFont typeface="+mj-lt"/>
              <a:buAutoNum type="alphaL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data sets are behind paywalls or have restrictions on user access</a:t>
            </a:r>
          </a:p>
          <a:p>
            <a:pPr marL="674370" lvl="1" indent="-400050">
              <a:buFont typeface="+mj-lt"/>
              <a:buAutoNum type="alphaL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Leagues excluded: Major League Baseball (MLB), National Hockey League (NHL), National Association of Stock Car Auto Racing (NASCAR)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data sets were samples, not full populations of injury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assumption: Samples are representative of full populations of injuries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effects are estimates of true population effects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Recency of biological and technological advancements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amount of available data for evaluating effectiveness</a:t>
            </a:r>
          </a:p>
          <a:p>
            <a:pPr marL="731520" lvl="1" indent="-457200">
              <a:buFont typeface="+mj-lt"/>
              <a:buAutoNum type="alphaL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Advancements and progress are constantly being made</a:t>
            </a:r>
          </a:p>
        </p:txBody>
      </p:sp>
    </p:spTree>
    <p:extLst>
      <p:ext uri="{BB962C8B-B14F-4D97-AF65-F5344CB8AC3E}">
        <p14:creationId xmlns:p14="http://schemas.microsoft.com/office/powerpoint/2010/main" val="299617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86ECC-0BC7-9950-C5A9-7B5CFAE56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01D30-F14A-720F-01AB-BD2B97FFE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365760"/>
            <a:ext cx="9692640" cy="1325562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A9E29-507B-6B7E-82C0-A1ADF2732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Bryan Crissinger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Delaware Department of Applied Economics and Statistics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STAT468: Senior Research Project faculty advisor for this semester-long project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advice on topic, research questions, data collection and transformation, statistical and data analysis, rough draft, and presentation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Patrick DeFeo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Delaware College of Agriculture and Natural Resources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STAT611: Regression Analysis Instructor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concepts: Regression techniques, binary logistic regression, multicollinearity among predictors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Jack Davis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Director of Business Intelligence, Analytics, and Strategy at the University of Delaware Athletic Department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SPAX402: Predictive Analysis with Athletics Data Instructor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concepts: Microsoft Excel, Microsoft Power Query, data collection and transformation methods</a:t>
            </a:r>
          </a:p>
          <a:p>
            <a:pPr lvl="1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229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9B1F3-C430-03F1-03C3-CF22E3C28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934F7-137A-C7BF-108C-1CC22949E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357447"/>
            <a:ext cx="9692640" cy="1325562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Works Cited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93354-3B46-DA5A-F54E-7A4E3FFC9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486710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Bahr, R, and Holme, I. “Risk Factors for Sports Injuries -- a Methodological Approach.”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British Journal of Sports Medicine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37, no. 5, 1 Oct. 2003, pp. 384–392, bjsm.bmj.com/content/37/5/384,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https://doi.org/10.1136/bjsm.37.5.384. Accessed 27 Sept. 2025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Carratu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Christopher. “Guardian Cap Effectiveness on Reducing Impact Accelerations and Enduring Player Health at the Collegiate Football Level.” 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Mit.edu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23 June 2025, dspace.mit.edu/handle/1721.1/162566, https://hdl.handle.net/1721.1/162566. Accessed 7 Dec. 2025.</a:t>
            </a:r>
          </a:p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Funk, James R., et al. “An Analysis of Guardian Cap Use and Changes in the Concussion Rate in National Football League Preseason Practices from 2018 to 2023.” 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American Journal of Sports Medicine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 July 2025, journals.sagepub.com/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/full/10.1177/03635465251351288, https://doi.org/10.1177/03635465251351288. Accessed 7 Dec. 2025.</a:t>
            </a:r>
          </a:p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Nath, Debraj, et al. “View of Progress of Protective Gear in Preventing Sports Injuries.” 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Brazilianjournals.com.br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2025, ojs.brazilianjournals.com.br/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ojs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index.php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/BRJD/article/view/67830/48261. Accessed 6 Dec. 2025.</a:t>
            </a:r>
          </a:p>
          <a:p>
            <a:pPr marL="0" indent="0">
              <a:buNone/>
            </a:pP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Taimela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Simo, et al. “Intrinsic Risk Factors and Athletic Injuries.”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Sports Medicine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9, no. 4, Apr. 1990, pp. 205–215, link.springer.com/article/10.2165/00007256-199009040-00002,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https://doi.org/10.2165/00007256-199009040-00002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Accessed 27 Sept. 2025.</a:t>
            </a:r>
          </a:p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Wentao, Zhao. “Analysis of the Causes of Sports Injuries in Sports Training.”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Frontiers in Sport Research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6, no. 1, 2024, francis-press.com/uploads/papers/GABe79pq5P7HyzaqpGLsIxYGW4JZwvH1lJHfA1eT.pdf,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https://doi.org/10.25236/fsr.2024.060106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Accessed 27 Sept. 2025.</a:t>
            </a: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4678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616E3-8060-EC98-0F3B-715FCCB19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8D775-33FD-4706-E645-164215D3D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361603"/>
            <a:ext cx="9692640" cy="1325562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F1458-3DDD-488A-6844-E80CBDF71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https://www.kaggle.com/datasets/ziya07/college-sports-injury-detection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https://www.kaggle.com/datasets/kolambekalpesh/football-player-injury-data?resource=download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https://www.kaggle.com/code/jaseziv83/an-analysis-of-nfl-injuries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https://nhlinjuryviz.blogspot.com/p/index-page.html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827350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797</TotalTime>
  <Words>2566</Words>
  <Application>Microsoft Office PowerPoint</Application>
  <PresentationFormat>Widescreen</PresentationFormat>
  <Paragraphs>283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Arial</vt:lpstr>
      <vt:lpstr>Cambria Math</vt:lpstr>
      <vt:lpstr>Century Schoolbook</vt:lpstr>
      <vt:lpstr>Times New Roman</vt:lpstr>
      <vt:lpstr>Wingdings 2</vt:lpstr>
      <vt:lpstr>View</vt:lpstr>
      <vt:lpstr>Injuries in Professional and Collegiate Sports: Identifying Athletic Predisposition and Susceptibility to Injury and Analyzing Modern Incorporation of Biomedical Technology </vt:lpstr>
      <vt:lpstr>Introduction and Research Questions</vt:lpstr>
      <vt:lpstr>Motivation and Hypotheses</vt:lpstr>
      <vt:lpstr>Literature Review</vt:lpstr>
      <vt:lpstr>External and Internal Factors</vt:lpstr>
      <vt:lpstr>Multifactorial Nature of Injury</vt:lpstr>
      <vt:lpstr>Biomechanical and Biomedical Advancements in Athletics</vt:lpstr>
      <vt:lpstr>Methodology</vt:lpstr>
      <vt:lpstr>English Premier League Model for Injury Days Missed</vt:lpstr>
      <vt:lpstr>Binary Logistic Regression for Injury Likelihood in NCAA Training Sessions</vt:lpstr>
      <vt:lpstr>NFL Playing Surface and Injury Severity Binary Logistic Regression Model</vt:lpstr>
      <vt:lpstr>NHL Injury Trends by Position</vt:lpstr>
      <vt:lpstr>Results and Discussion</vt:lpstr>
      <vt:lpstr>EPL Injury Days Missed Model Outcomes</vt:lpstr>
      <vt:lpstr>NCAA Training Sessions Binary Logistic Regression Model Results</vt:lpstr>
      <vt:lpstr>NFL Playing Surface and Injury Severity Binary Logistic Regression Model</vt:lpstr>
      <vt:lpstr>PowerPoint Presentation</vt:lpstr>
      <vt:lpstr>Impact of Guardian Caps on Concussions</vt:lpstr>
      <vt:lpstr>Conclusion and Future Research</vt:lpstr>
      <vt:lpstr>Limitations</vt:lpstr>
      <vt:lpstr>Acknowledgements</vt:lpstr>
      <vt:lpstr>Literature Review Works Cited</vt:lpstr>
      <vt:lpstr>Data 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Chapman</dc:creator>
  <cp:lastModifiedBy>Peter Chapman</cp:lastModifiedBy>
  <cp:revision>1</cp:revision>
  <dcterms:created xsi:type="dcterms:W3CDTF">2025-12-02T17:47:10Z</dcterms:created>
  <dcterms:modified xsi:type="dcterms:W3CDTF">2025-12-10T14:39:05Z</dcterms:modified>
</cp:coreProperties>
</file>